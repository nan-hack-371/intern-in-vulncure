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F16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11827">
              <a:alpha val="6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274320"/>
            <a:ext cx="822960" cy="82296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005840"/>
            <a:ext cx="731520" cy="73152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828800"/>
            <a:ext cx="1097280" cy="1097280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108960"/>
            <a:ext cx="731520" cy="731520"/>
          </a:xfrm>
          <a:prstGeom prst="rect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2926080"/>
            <a:ext cx="640080" cy="640080"/>
          </a:xfrm>
          <a:prstGeom prst="rect">
            <a:avLst/>
          </a:prstGeom>
        </p:spPr>
      </p:pic>
      <p:pic>
        <p:nvPicPr>
          <p:cNvPr id="1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0" y="3749040"/>
            <a:ext cx="822960" cy="822960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36576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 RESEARCH</a:t>
            </a:r>
            <a:endParaRPr lang="en-US" sz="1000" dirty="0"/>
          </a:p>
        </p:txBody>
      </p:sp>
      <p:sp>
        <p:nvSpPr>
          <p:cNvPr id="12" name="Text 4"/>
          <p:cNvSpPr/>
          <p:nvPr/>
        </p:nvSpPr>
        <p:spPr>
          <a:xfrm>
            <a:off x="365760" y="1005840"/>
            <a:ext cx="5577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Cache-Based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 Control Bypass</a:t>
            </a:r>
            <a:endParaRPr lang="en-US" sz="3600" dirty="0"/>
          </a:p>
        </p:txBody>
      </p:sp>
      <p:sp>
        <p:nvSpPr>
          <p:cNvPr id="13" name="Shape 5"/>
          <p:cNvSpPr/>
          <p:nvPr/>
        </p:nvSpPr>
        <p:spPr>
          <a:xfrm>
            <a:off x="365760" y="2697480"/>
            <a:ext cx="53035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6"/>
          <p:cNvSpPr/>
          <p:nvPr/>
        </p:nvSpPr>
        <p:spPr>
          <a:xfrm>
            <a:off x="365760" y="2834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Admin Portal Vulnerability</a:t>
            </a:r>
            <a:endParaRPr lang="en-US" sz="1700" dirty="0"/>
          </a:p>
        </p:txBody>
      </p:sp>
      <p:sp>
        <p:nvSpPr>
          <p:cNvPr id="15" name="Text 7"/>
          <p:cNvSpPr/>
          <p:nvPr/>
        </p:nvSpPr>
        <p:spPr>
          <a:xfrm>
            <a:off x="365760" y="34290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CVE Class: Cache Poisoning / Auth Bypass</a:t>
            </a:r>
            <a:endParaRPr lang="en-US" sz="1100" dirty="0"/>
          </a:p>
        </p:txBody>
      </p:sp>
      <p:sp>
        <p:nvSpPr>
          <p:cNvPr id="16" name="Text 8"/>
          <p:cNvSpPr/>
          <p:nvPr/>
        </p:nvSpPr>
        <p:spPr>
          <a:xfrm>
            <a:off x="365760" y="37490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Severity: HIGH   ·   Impact: Data Leakage</a:t>
            </a:r>
            <a:endParaRPr lang="en-US" sz="1100" dirty="0"/>
          </a:p>
        </p:txBody>
      </p:sp>
      <p:sp>
        <p:nvSpPr>
          <p:cNvPr id="17" name="Text 9"/>
          <p:cNvSpPr/>
          <p:nvPr/>
        </p:nvSpPr>
        <p:spPr>
          <a:xfrm>
            <a:off x="365760" y="4663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Bounty / Security Research</a:t>
            </a:r>
            <a:endParaRPr lang="en-US" sz="1000" dirty="0"/>
          </a:p>
        </p:txBody>
      </p:sp>
      <p:sp>
        <p:nvSpPr>
          <p:cNvPr id="18" name="Text 10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1/10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41248"/>
            <a:ext cx="8321040" cy="228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2/10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960120"/>
            <a:ext cx="3840480" cy="3840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960120"/>
            <a:ext cx="54864" cy="3840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051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 Infrastructure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46304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target.com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User-facing portal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Shopping, accounts, orders
</a:t>
            </a:r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admin.target.com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Seller / Admin portal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Admin operations, order mgmt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406908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BOTH DOMAINS SHARE THE SAME BACKEND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960120"/>
            <a:ext cx="4160520" cy="3840480"/>
          </a:xfrm>
          <a:prstGeom prst="rect">
            <a:avLst/>
          </a:prstGeom>
          <a:solidFill>
            <a:srgbClr val="1A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051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 Diagram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417320"/>
            <a:ext cx="13716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463040"/>
            <a:ext cx="320040" cy="3200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166360" y="14813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166360" y="171907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Portal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754880" y="2331720"/>
            <a:ext cx="1371600" cy="640080"/>
          </a:xfrm>
          <a:prstGeom prst="rect">
            <a:avLst/>
          </a:prstGeom>
          <a:solidFill>
            <a:srgbClr val="1A0D2E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377440"/>
            <a:ext cx="320040" cy="3200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166360" y="23957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5166360" y="263347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Portal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6126480" y="1737360"/>
            <a:ext cx="54864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126480" y="2651760"/>
            <a:ext cx="54864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675120" y="1417320"/>
            <a:ext cx="1737360" cy="640080"/>
          </a:xfrm>
          <a:prstGeom prst="rect">
            <a:avLst/>
          </a:prstGeom>
          <a:solidFill>
            <a:srgbClr val="0A1F3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766560" y="15087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target.com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6766560" y="175564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Portal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6675120" y="2331720"/>
            <a:ext cx="1737360" cy="640080"/>
          </a:xfrm>
          <a:prstGeom prst="rect">
            <a:avLst/>
          </a:prstGeom>
          <a:solidFill>
            <a:srgbClr val="160A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766560" y="24231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admin.target.com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6766560" y="267004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Portal</a:t>
            </a:r>
            <a:endParaRPr lang="en-US" sz="800" dirty="0"/>
          </a:p>
        </p:txBody>
      </p:sp>
      <p:sp>
        <p:nvSpPr>
          <p:cNvPr id="30" name="Shape 26"/>
          <p:cNvSpPr/>
          <p:nvPr/>
        </p:nvSpPr>
        <p:spPr>
          <a:xfrm>
            <a:off x="8412480" y="1737360"/>
            <a:ext cx="2743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8412480" y="2651760"/>
            <a:ext cx="2743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8686800" y="1737360"/>
            <a:ext cx="0" cy="91440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6675120" y="3291840"/>
            <a:ext cx="1737360" cy="685800"/>
          </a:xfrm>
          <a:prstGeom prst="rect">
            <a:avLst/>
          </a:prstGeom>
          <a:solidFill>
            <a:srgbClr val="1A1A0A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3337560"/>
            <a:ext cx="365760" cy="36576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7178040" y="3337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 Backend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7178040" y="358444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Cache Layer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7543800" y="3291840"/>
            <a:ext cx="0" cy="-59436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OBJECTIVE OF TESTING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41248"/>
            <a:ext cx="8321040" cy="228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3/10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393192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005840"/>
            <a:ext cx="54864" cy="10515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98448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1143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IDOR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43000" y="14630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Direct Object References – accessing objects by guessing IDs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11480" y="2240280"/>
            <a:ext cx="393192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1480" y="2240280"/>
            <a:ext cx="54864" cy="10515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32888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43000" y="2377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 Control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143000" y="26974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&amp; vertical privilege escalation checks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11480" y="3474720"/>
            <a:ext cx="393192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11480" y="3474720"/>
            <a:ext cx="54864" cy="10515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767328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43000" y="3611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143000" y="39319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Endpoint-level auth enforcement, token validation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572000" y="1005840"/>
            <a:ext cx="4160520" cy="3611880"/>
          </a:xfrm>
          <a:prstGeom prst="rect">
            <a:avLst/>
          </a:prstGeom>
          <a:solidFill>
            <a:srgbClr val="1A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754880" y="1097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TOOLING SETUP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754880" y="1508760"/>
            <a:ext cx="1828800" cy="685800"/>
          </a:xfrm>
          <a:prstGeom prst="rect">
            <a:avLst/>
          </a:prstGeom>
          <a:solidFill>
            <a:srgbClr val="1A0E0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846320" y="15727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Burp Suite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4846320" y="182880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/ Repeater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6766560" y="1508760"/>
            <a:ext cx="1691640" cy="685800"/>
          </a:xfrm>
          <a:prstGeom prst="rect">
            <a:avLst/>
          </a:prstGeom>
          <a:solidFill>
            <a:srgbClr val="0A1A0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858000" y="157276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Autorize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6858000" y="1828800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Auth Test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4754880" y="23317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AUTORIZE WORKS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4754880" y="2670048"/>
            <a:ext cx="1371600" cy="502920"/>
          </a:xfrm>
          <a:prstGeom prst="rect">
            <a:avLst/>
          </a:prstGeom>
          <a:solidFill>
            <a:srgbClr val="1A0E0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4846320" y="271576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 Req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4846320" y="292608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/orders endpoint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4754880" y="3337560"/>
            <a:ext cx="1371600" cy="502920"/>
          </a:xfrm>
          <a:prstGeom prst="rect">
            <a:avLst/>
          </a:prstGeom>
          <a:solidFill>
            <a:srgbClr val="0A1A0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4846320" y="33832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 User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4846320" y="359359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endpoint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6126480" y="2926080"/>
            <a:ext cx="45720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6126480" y="3593592"/>
            <a:ext cx="45720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6583680" y="2788920"/>
            <a:ext cx="1920240" cy="1005840"/>
          </a:xfrm>
          <a:prstGeom prst="rect">
            <a:avLst/>
          </a:prstGeom>
          <a:solidFill>
            <a:srgbClr val="0A102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6675120" y="28803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Autorize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Compares Responses</a:t>
            </a:r>
            <a:endParaRPr lang="en-US" sz="1100" dirty="0"/>
          </a:p>
        </p:txBody>
      </p:sp>
      <p:sp>
        <p:nvSpPr>
          <p:cNvPr id="41" name="Text 36"/>
          <p:cNvSpPr/>
          <p:nvPr/>
        </p:nvSpPr>
        <p:spPr>
          <a:xfrm>
            <a:off x="6675120" y="352044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Flag discrepancies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STRANGE OBSERVATION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41248"/>
            <a:ext cx="8321040" cy="228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4/10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9144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request. Same cookies. Different results.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371600"/>
            <a:ext cx="393192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371600"/>
            <a:ext cx="3931920" cy="457200"/>
          </a:xfrm>
          <a:prstGeom prst="rect">
            <a:avLst/>
          </a:prstGeom>
          <a:solidFill>
            <a:srgbClr val="0A2A0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4447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AUTORIZE EXTENSION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965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BYPASSED 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Code: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23160" y="2377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OK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2788920"/>
            <a:ext cx="3611880" cy="1554480"/>
          </a:xfrm>
          <a:prstGeom prst="rect">
            <a:avLst/>
          </a:prstGeom>
          <a:solidFill>
            <a:srgbClr val="07140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834640"/>
            <a:ext cx="3429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"orders": [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"id": 1, "user": "admin@...", "total": 1250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"id": 2, "user": "seller@...", ...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4434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↑ SENSITIVE ADMIN DATA RETURNED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00600" y="1371600"/>
            <a:ext cx="393192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1371600"/>
            <a:ext cx="3931920" cy="457200"/>
          </a:xfrm>
          <a:prstGeom prst="rect">
            <a:avLst/>
          </a:prstGeom>
          <a:solidFill>
            <a:srgbClr val="2A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4447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BURP REPEATER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1965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FORBIDDEN ✗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Code: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12280" y="2377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403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937760" y="2788920"/>
            <a:ext cx="3611880" cy="1554480"/>
          </a:xfrm>
          <a:prstGeom prst="rect">
            <a:avLst/>
          </a:prstGeom>
          <a:solidFill>
            <a:srgbClr val="1A070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2834640"/>
            <a:ext cx="3429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HTTP/1.1 403 Forbidden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application/json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"error": "Access denied",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"code": "FORBIDDEN"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37760" y="4434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↑ ACCESS CORRECTLY BLOCKED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60520" y="2468880"/>
            <a:ext cx="822960" cy="822960"/>
          </a:xfrm>
          <a:prstGeom prst="ellipse">
            <a:avLst/>
          </a:prstGeom>
          <a:solidFill>
            <a:srgbClr val="F59E0B">
              <a:alpha val="80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60520" y="254203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⏱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023360" y="3246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TIMING!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 CAUSE DISCOVERY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41248"/>
            <a:ext cx="8321040" cy="228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5/10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91440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Chain: Cache-Based Access Control Bypass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137160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25880"/>
            <a:ext cx="13716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74320" y="1965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74320" y="222199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645920" y="2011680"/>
            <a:ext cx="27432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783080" y="1920240"/>
            <a:ext cx="137160" cy="9144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783080" y="2103120"/>
            <a:ext cx="137160" cy="-9144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103120" y="1325880"/>
            <a:ext cx="137160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103120" y="1325880"/>
            <a:ext cx="13716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463040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103120" y="1965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2103120" y="222199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admin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3474720" y="2011680"/>
            <a:ext cx="27432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611880" y="1920240"/>
            <a:ext cx="137160" cy="9144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611880" y="2103120"/>
            <a:ext cx="137160" cy="-9144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931920" y="1325880"/>
            <a:ext cx="137160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3931920" y="1325880"/>
            <a:ext cx="13716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463040"/>
            <a:ext cx="457200" cy="4572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3931920" y="1965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3931920" y="222199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response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seconds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5303520" y="2011680"/>
            <a:ext cx="27432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5440680" y="1920240"/>
            <a:ext cx="137160" cy="9144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5440680" y="2103120"/>
            <a:ext cx="137160" cy="-9144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760720" y="1325880"/>
            <a:ext cx="137160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5760720" y="1325880"/>
            <a:ext cx="137160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463040"/>
            <a:ext cx="457200" cy="45720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760720" y="1965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Attacker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5760720" y="222199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same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7132320" y="2011680"/>
            <a:ext cx="27432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7269480" y="1920240"/>
            <a:ext cx="137160" cy="9144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7269480" y="2103120"/>
            <a:ext cx="137160" cy="-9144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7589520" y="1325880"/>
            <a:ext cx="137160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7589520" y="1325880"/>
            <a:ext cx="137160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1463040"/>
            <a:ext cx="457200" cy="45720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7589520" y="1965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1200" dirty="0"/>
          </a:p>
        </p:txBody>
      </p:sp>
      <p:sp>
        <p:nvSpPr>
          <p:cNvPr id="44" name="Text 37"/>
          <p:cNvSpPr/>
          <p:nvPr/>
        </p:nvSpPr>
        <p:spPr>
          <a:xfrm>
            <a:off x="7589520" y="222199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sensitive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leaked</a:t>
            </a:r>
            <a:endParaRPr lang="en-US" sz="900" dirty="0"/>
          </a:p>
        </p:txBody>
      </p:sp>
      <p:sp>
        <p:nvSpPr>
          <p:cNvPr id="45" name="Shape 38"/>
          <p:cNvSpPr/>
          <p:nvPr/>
        </p:nvSpPr>
        <p:spPr>
          <a:xfrm>
            <a:off x="3749040" y="2880360"/>
            <a:ext cx="1737360" cy="384048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3749040" y="2926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⏱ Cache TTL: 3–4 sec</a:t>
            </a:r>
            <a:endParaRPr lang="en-US" sz="1000" dirty="0"/>
          </a:p>
        </p:txBody>
      </p:sp>
      <p:sp>
        <p:nvSpPr>
          <p:cNvPr id="47" name="Shape 40"/>
          <p:cNvSpPr/>
          <p:nvPr/>
        </p:nvSpPr>
        <p:spPr>
          <a:xfrm>
            <a:off x="411480" y="3383280"/>
            <a:ext cx="8321040" cy="1508760"/>
          </a:xfrm>
          <a:prstGeom prst="rect">
            <a:avLst/>
          </a:prstGeom>
          <a:solidFill>
            <a:srgbClr val="1A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594360" y="347472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GraphQL REQUEST  (shared by both Admin &amp; Attacker)</a:t>
            </a:r>
            <a:endParaRPr lang="en-US" sz="1100" dirty="0"/>
          </a:p>
        </p:txBody>
      </p:sp>
      <p:sp>
        <p:nvSpPr>
          <p:cNvPr id="49" name="Text 42"/>
          <p:cNvSpPr/>
          <p:nvPr/>
        </p:nvSpPr>
        <p:spPr>
          <a:xfrm>
            <a:off x="594360" y="3767328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/graphql   Host: admin.target.com   Cookie: session=&lt;USER_TOKEN&gt;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{ orders(shop_id: "12345") { id, customerId, total, items { name, price } } }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 TIMELINE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41248"/>
            <a:ext cx="8321040" cy="228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6/10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633472"/>
            <a:ext cx="8046720" cy="365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2487168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28803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-137160" y="1097280"/>
            <a:ext cx="137160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-137160" y="1097280"/>
            <a:ext cx="13716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-137160" y="120700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 Request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-137160" y="1572768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user visits /orders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request sent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2331720"/>
            <a:ext cx="0" cy="155448"/>
          </a:xfrm>
          <a:prstGeom prst="line">
            <a:avLst/>
          </a:prstGeom>
          <a:noFill/>
          <a:ln w="12700">
            <a:solidFill>
              <a:srgbClr val="7C3AED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1984248" y="2487168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83080" y="28803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463040" y="3429000"/>
            <a:ext cx="137160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63040" y="3429000"/>
            <a:ext cx="13716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63040" y="353872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Cached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463040" y="3904488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returns admin data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stores response (TTL: 3-4s)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148840" y="2816352"/>
            <a:ext cx="0" cy="612648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3584448" y="2487168"/>
            <a:ext cx="329184" cy="3291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28803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063240" y="1097280"/>
            <a:ext cx="137160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63240" y="1097280"/>
            <a:ext cx="13716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63240" y="120700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Attacker Request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063240" y="1572768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sends identical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 query immediately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749040" y="2331720"/>
            <a:ext cx="0" cy="155448"/>
          </a:xfrm>
          <a:prstGeom prst="line">
            <a:avLst/>
          </a:prstGeom>
          <a:noFill/>
          <a:ln w="12700">
            <a:solidFill>
              <a:srgbClr val="EF4444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5184648" y="2487168"/>
            <a:ext cx="329184" cy="3291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28803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63440" y="3429000"/>
            <a:ext cx="137160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3429000"/>
            <a:ext cx="13716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353872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Leaked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63440" y="3904488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admin response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to attacker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349240" y="2816352"/>
            <a:ext cx="0" cy="612648"/>
          </a:xfrm>
          <a:prstGeom prst="line">
            <a:avLst/>
          </a:prstGeom>
          <a:noFill/>
          <a:ln w="12700">
            <a:solidFill>
              <a:srgbClr val="EF4444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6784848" y="2487168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0" y="28803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263640" y="1097280"/>
            <a:ext cx="137160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63640" y="1097280"/>
            <a:ext cx="13716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63640" y="120700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 Expires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63640" y="1572768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elapsed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returns 403 again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949440" y="2331720"/>
            <a:ext cx="0" cy="155448"/>
          </a:xfrm>
          <a:prstGeom prst="line">
            <a:avLst/>
          </a:prstGeom>
          <a:noFill/>
          <a:ln w="12700">
            <a:solidFill>
              <a:srgbClr val="10B981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1280160" y="4709160"/>
            <a:ext cx="2834640" cy="274320"/>
          </a:xfrm>
          <a:prstGeom prst="rect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280160" y="4736592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EXPLOIT WINDOW: ~2 seconds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AUTORIZE WORKED — REPEATER FAILED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41248"/>
            <a:ext cx="8321040" cy="228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7/10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3840480" cy="3931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005840"/>
            <a:ext cx="3840480" cy="457200"/>
          </a:xfrm>
          <a:prstGeom prst="rect">
            <a:avLst/>
          </a:prstGeom>
          <a:solidFill>
            <a:srgbClr val="2A050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78992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BURP REPEATER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1636776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6367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1600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sends request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249424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2494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221284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delay (human)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862072"/>
            <a:ext cx="256032" cy="25603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8620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4400" y="282549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TTL expires (5s)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474720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4747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4400" y="343814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resends request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087368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0873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14400" y="40507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 FORBIDDEN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663440"/>
            <a:ext cx="3566160" cy="201168"/>
          </a:xfrm>
          <a:prstGeom prst="rect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681728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 already expired → No bypass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92040" y="1005840"/>
            <a:ext cx="3840480" cy="3931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92040" y="1005840"/>
            <a:ext cx="3840480" cy="457200"/>
          </a:xfrm>
          <a:prstGeom prst="rect">
            <a:avLst/>
          </a:prstGeom>
          <a:solidFill>
            <a:srgbClr val="05240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1078992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AUTORIZE EXTENSION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029200" y="1636776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16367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94960" y="1600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sends request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0" y="2249424"/>
            <a:ext cx="256032" cy="25603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22494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394960" y="221284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Autorize auto-replays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0" y="2862072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28620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394960" y="282549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replay (&lt;100ms)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029200" y="3474720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0" y="34747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394960" y="343814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still ACTIVE (3s)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029200" y="4087368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0" y="40873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394960" y="40507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returned!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029200" y="4663440"/>
            <a:ext cx="3566160" cy="201168"/>
          </a:xfrm>
          <a:prstGeom prst="rect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0" y="4681728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 active → Bypass successful ✓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206240" y="25146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ROOT CAUSE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41248"/>
            <a:ext cx="8321040" cy="228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8/10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393192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005840"/>
            <a:ext cx="54864" cy="1828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11887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Improper Cache Isolation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17373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does not differentiate responses by user role or session. Shared cache key based only on URL + shop_id parameter.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54880" y="1005840"/>
            <a:ext cx="393192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54880" y="1005840"/>
            <a:ext cx="54864" cy="18288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23444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0" y="11887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 Not Re-validated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892040" y="17373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response is cached, subsequent requests bypass the auth check entirely. The cached response is served without verifying the requester's identity.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11480" y="3063240"/>
            <a:ext cx="393192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11480" y="3063240"/>
            <a:ext cx="54864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9184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43000" y="3246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shop_id Exposure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48640" y="37947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shop_id parameter is predictable and not secret. Any user can craft the same GraphQL query targeting any seller's shop.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754880" y="3063240"/>
            <a:ext cx="393192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754880" y="3063240"/>
            <a:ext cx="54864" cy="1828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291840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486400" y="3246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Sensitive Data Cached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4892040" y="37947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details, customer PII, pricing, and business data are stored in the shared cache — never should sensitive data be cached without user-scoped keys.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 ASSESSMENT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41248"/>
            <a:ext cx="8321040" cy="228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9/10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2697480" cy="17373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005840"/>
            <a:ext cx="269748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188720"/>
            <a:ext cx="347472" cy="34747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148840" y="1161288"/>
            <a:ext cx="868680" cy="256032"/>
          </a:xfrm>
          <a:prstGeom prst="rect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148840" y="116128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21208" y="15727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 PII Leakage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21208" y="1892808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Names, emails, addresses, and phone numbers of customers exposed to unauthorized parties.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337560" y="1005840"/>
            <a:ext cx="2697480" cy="17373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37560" y="1005840"/>
            <a:ext cx="269748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288" y="1188720"/>
            <a:ext cx="347472" cy="347472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074920" y="1161288"/>
            <a:ext cx="868680" cy="256032"/>
          </a:xfrm>
          <a:prstGeom prst="rect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74920" y="116128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3447288" y="15727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Data Exposure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447288" y="1892808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order history, items purchased, and payment totals accessible without authentication.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263640" y="1005840"/>
            <a:ext cx="2697480" cy="17373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263640" y="1005840"/>
            <a:ext cx="269748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1188720"/>
            <a:ext cx="347472" cy="347472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8001000" y="1161288"/>
            <a:ext cx="868680" cy="256032"/>
          </a:xfrm>
          <a:prstGeom prst="rect">
            <a:avLst/>
          </a:prstGeom>
          <a:solidFill>
            <a:srgbClr val="F97316">
              <a:alpha val="3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001000" y="116128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6373368" y="15727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 Control Bypass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6373368" y="1892808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bypass of admin portal authorization; attackers gain read access to admin-only data.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411480" y="2926080"/>
            <a:ext cx="2697480" cy="17373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411480" y="2926080"/>
            <a:ext cx="26974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" y="3108960"/>
            <a:ext cx="347472" cy="347472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2148840" y="3081528"/>
            <a:ext cx="868680" cy="256032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2148840" y="308152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521208" y="349300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Privacy Violations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521208" y="3813048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/ data protection regulation violations due to unauthorized access to personal data.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3337560" y="2926080"/>
            <a:ext cx="2697480" cy="17373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3337560" y="2926080"/>
            <a:ext cx="269748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7288" y="3108960"/>
            <a:ext cx="347472" cy="347472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5074920" y="3081528"/>
            <a:ext cx="868680" cy="256032"/>
          </a:xfrm>
          <a:prstGeom prst="rect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5074920" y="308152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</a:t>
            </a:r>
            <a:endParaRPr lang="en-US" sz="800" dirty="0"/>
          </a:p>
        </p:txBody>
      </p:sp>
      <p:sp>
        <p:nvSpPr>
          <p:cNvPr id="40" name="Text 33"/>
          <p:cNvSpPr/>
          <p:nvPr/>
        </p:nvSpPr>
        <p:spPr>
          <a:xfrm>
            <a:off x="3447288" y="349300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Mass Data Scraping Risk</a:t>
            </a:r>
            <a:endParaRPr lang="en-US" sz="1100" dirty="0"/>
          </a:p>
        </p:txBody>
      </p:sp>
      <p:sp>
        <p:nvSpPr>
          <p:cNvPr id="41" name="Text 34"/>
          <p:cNvSpPr/>
          <p:nvPr/>
        </p:nvSpPr>
        <p:spPr>
          <a:xfrm>
            <a:off x="3447288" y="3813048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scripts can replay admin requests during cache windows to bulk-harvest all store data.</a:t>
            </a:r>
            <a:endParaRPr lang="en-US" sz="950" dirty="0"/>
          </a:p>
        </p:txBody>
      </p:sp>
      <p:sp>
        <p:nvSpPr>
          <p:cNvPr id="42" name="Shape 35"/>
          <p:cNvSpPr/>
          <p:nvPr/>
        </p:nvSpPr>
        <p:spPr>
          <a:xfrm>
            <a:off x="6263640" y="2926080"/>
            <a:ext cx="2697480" cy="17373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6263640" y="2926080"/>
            <a:ext cx="269748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3368" y="3108960"/>
            <a:ext cx="347472" cy="347472"/>
          </a:xfrm>
          <a:prstGeom prst="rect">
            <a:avLst/>
          </a:prstGeom>
        </p:spPr>
      </p:pic>
      <p:sp>
        <p:nvSpPr>
          <p:cNvPr id="45" name="Shape 37"/>
          <p:cNvSpPr/>
          <p:nvPr/>
        </p:nvSpPr>
        <p:spPr>
          <a:xfrm>
            <a:off x="8001000" y="3081528"/>
            <a:ext cx="868680" cy="256032"/>
          </a:xfrm>
          <a:prstGeom prst="rect">
            <a:avLst/>
          </a:prstGeom>
          <a:solidFill>
            <a:srgbClr val="F97316">
              <a:alpha val="3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8001000" y="308152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MEDIUM</a:t>
            </a:r>
            <a:endParaRPr lang="en-US" sz="800" dirty="0"/>
          </a:p>
        </p:txBody>
      </p:sp>
      <p:sp>
        <p:nvSpPr>
          <p:cNvPr id="47" name="Text 39"/>
          <p:cNvSpPr/>
          <p:nvPr/>
        </p:nvSpPr>
        <p:spPr>
          <a:xfrm>
            <a:off x="6373368" y="349300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 Intelligence</a:t>
            </a:r>
            <a:endParaRPr lang="en-US" sz="1100" dirty="0"/>
          </a:p>
        </p:txBody>
      </p:sp>
      <p:sp>
        <p:nvSpPr>
          <p:cNvPr id="48" name="Text 40"/>
          <p:cNvSpPr/>
          <p:nvPr/>
        </p:nvSpPr>
        <p:spPr>
          <a:xfrm>
            <a:off x="6373368" y="3813048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can access pricing, volumes, and customer segments from rival seller shops.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74320"/>
            <a:ext cx="3200400" cy="3200400"/>
          </a:xfrm>
          <a:prstGeom prst="ellipse">
            <a:avLst/>
          </a:prstGeom>
          <a:solidFill>
            <a:srgbClr val="7C3AED">
              <a:alpha val="8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10/10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320040"/>
            <a:ext cx="1828800" cy="1828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3317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SECURITY LESSON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8046720" cy="1325880"/>
          </a:xfrm>
          <a:prstGeom prst="rect">
            <a:avLst/>
          </a:prstGeom>
          <a:solidFill>
            <a:srgbClr val="1A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2743200"/>
            <a:ext cx="804672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28803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"Even when authentication is implemented correctly, insecure caching mechanisms can completely bypass access control protections."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365760" y="4206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REMEDIATION CHECKLIST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65760" y="4572000"/>
            <a:ext cx="0" cy="0"/>
          </a:xfrm>
          <a:prstGeom prst="ellipse">
            <a:avLst/>
          </a:prstGeom>
          <a:noFill/>
          <a:ln/>
        </p:spPr>
      </p:sp>
      <p:sp>
        <p:nvSpPr>
          <p:cNvPr id="13" name="Shape 10"/>
          <p:cNvSpPr/>
          <p:nvPr/>
        </p:nvSpPr>
        <p:spPr>
          <a:xfrm>
            <a:off x="365760" y="4572000"/>
            <a:ext cx="0" cy="0"/>
          </a:xfrm>
          <a:prstGeom prst="ellipse">
            <a:avLst/>
          </a:prstGeom>
          <a:noFill/>
          <a:ln/>
        </p:spPr>
      </p:sp>
      <p:sp>
        <p:nvSpPr>
          <p:cNvPr id="14" name="Shape 11"/>
          <p:cNvSpPr/>
          <p:nvPr/>
        </p:nvSpPr>
        <p:spPr>
          <a:xfrm>
            <a:off x="365760" y="4572000"/>
            <a:ext cx="0" cy="0"/>
          </a:xfrm>
          <a:prstGeom prst="ellipse">
            <a:avLst/>
          </a:prstGeom>
          <a:noFill/>
          <a:ln/>
        </p:spPr>
      </p:sp>
      <p:sp>
        <p:nvSpPr>
          <p:cNvPr id="15" name="Shape 12"/>
          <p:cNvSpPr/>
          <p:nvPr/>
        </p:nvSpPr>
        <p:spPr>
          <a:xfrm>
            <a:off x="365760" y="4572000"/>
            <a:ext cx="0" cy="0"/>
          </a:xfrm>
          <a:prstGeom prst="ellipse">
            <a:avLst/>
          </a:prstGeom>
          <a:noFill/>
          <a:ln/>
        </p:spPr>
      </p:sp>
      <p:sp>
        <p:nvSpPr>
          <p:cNvPr id="16" name="Text 13"/>
          <p:cNvSpPr/>
          <p:nvPr/>
        </p:nvSpPr>
        <p:spPr>
          <a:xfrm>
            <a:off x="365760" y="45262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Scope cache keys to user session / role
</a:t>
            </a:r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Re-validate auth before serving cached responses
</a:t>
            </a:r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Never cache sensitive or user-specific data globally
</a:t>
            </a:r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Set Cache-Control: no-store on sensitive endpoints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Cache-Based Access Control Bypass</dc:title>
  <dc:subject>PptxGenJS Presentation</dc:subject>
  <dc:creator>PptxGenJS</dc:creator>
  <cp:lastModifiedBy>PptxGenJS</cp:lastModifiedBy>
  <cp:revision>1</cp:revision>
  <dcterms:created xsi:type="dcterms:W3CDTF">2026-05-26T07:39:48Z</dcterms:created>
  <dcterms:modified xsi:type="dcterms:W3CDTF">2026-05-26T07:39:48Z</dcterms:modified>
</cp:coreProperties>
</file>